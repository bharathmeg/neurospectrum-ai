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378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4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556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88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01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79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10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026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65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32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6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1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2A1B9-D31D-4C99-B8C4-45031A23722B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36776F-D7F8-4D3E-AAF6-24FCAF14D1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949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4" b="5778"/>
          <a:stretch/>
        </p:blipFill>
        <p:spPr bwMode="auto">
          <a:xfrm>
            <a:off x="609600" y="2209801"/>
            <a:ext cx="762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7789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3" b="5883"/>
          <a:stretch/>
        </p:blipFill>
        <p:spPr bwMode="auto">
          <a:xfrm>
            <a:off x="1219200" y="2133600"/>
            <a:ext cx="64770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9561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24" b="6332"/>
          <a:stretch/>
        </p:blipFill>
        <p:spPr bwMode="auto">
          <a:xfrm>
            <a:off x="1219200" y="1905001"/>
            <a:ext cx="70866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034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37" b="6349"/>
          <a:stretch/>
        </p:blipFill>
        <p:spPr bwMode="auto">
          <a:xfrm>
            <a:off x="381000" y="1828800"/>
            <a:ext cx="8534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3133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" b="6666"/>
          <a:stretch/>
        </p:blipFill>
        <p:spPr bwMode="auto">
          <a:xfrm>
            <a:off x="533400" y="1905000"/>
            <a:ext cx="8128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9582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5" b="5085"/>
          <a:stretch/>
        </p:blipFill>
        <p:spPr bwMode="auto">
          <a:xfrm>
            <a:off x="609600" y="1828800"/>
            <a:ext cx="81280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0396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00" t="-5456" r="1000" b="6819"/>
          <a:stretch/>
        </p:blipFill>
        <p:spPr bwMode="auto">
          <a:xfrm>
            <a:off x="685800" y="1676400"/>
            <a:ext cx="7620000" cy="413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412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11" b="5212"/>
          <a:stretch/>
        </p:blipFill>
        <p:spPr bwMode="auto">
          <a:xfrm>
            <a:off x="304800" y="1905000"/>
            <a:ext cx="85344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743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5" b="5455"/>
          <a:stretch/>
        </p:blipFill>
        <p:spPr bwMode="auto">
          <a:xfrm>
            <a:off x="1018673" y="2133600"/>
            <a:ext cx="7450667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3955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6"/>
          <a:stretch/>
        </p:blipFill>
        <p:spPr bwMode="auto">
          <a:xfrm>
            <a:off x="533400" y="1905000"/>
            <a:ext cx="75438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875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"/>
          <a:stretch/>
        </p:blipFill>
        <p:spPr bwMode="auto">
          <a:xfrm>
            <a:off x="609600" y="1524000"/>
            <a:ext cx="81280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868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9"/>
          <a:stretch/>
        </p:blipFill>
        <p:spPr bwMode="auto">
          <a:xfrm>
            <a:off x="243038" y="1295400"/>
            <a:ext cx="866986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2022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Sunita Bhajantri</cp:lastModifiedBy>
  <cp:revision>3</cp:revision>
  <dcterms:created xsi:type="dcterms:W3CDTF">2024-02-22T09:06:38Z</dcterms:created>
  <dcterms:modified xsi:type="dcterms:W3CDTF">2024-02-22T10:11:32Z</dcterms:modified>
</cp:coreProperties>
</file>